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1"/>
  </p:sldMasterIdLst>
  <p:notesMasterIdLst>
    <p:notesMasterId r:id="rId3"/>
  </p:notesMasterIdLst>
  <p:sldIdLst>
    <p:sldId id="1255" r:id="rId2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4320" userDrawn="1">
          <p15:clr>
            <a:srgbClr val="A4A3A4"/>
          </p15:clr>
        </p15:guide>
        <p15:guide id="6" pos="5375" userDrawn="1">
          <p15:clr>
            <a:srgbClr val="A4A3A4"/>
          </p15:clr>
        </p15:guide>
        <p15:guide id="7" pos="385" userDrawn="1">
          <p15:clr>
            <a:srgbClr val="A4A3A4"/>
          </p15:clr>
        </p15:guide>
        <p15:guide id="8" orient="horz" pos="777" userDrawn="1">
          <p15:clr>
            <a:srgbClr val="A4A3A4"/>
          </p15:clr>
        </p15:guide>
        <p15:guide id="9" pos="5692" userDrawn="1">
          <p15:clr>
            <a:srgbClr val="A4A3A4"/>
          </p15:clr>
        </p15:guide>
        <p15:guide id="10" pos="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B"/>
    <a:srgbClr val="EF487D"/>
    <a:srgbClr val="F16D89"/>
    <a:srgbClr val="FBDDDE"/>
    <a:srgbClr val="F9D2D3"/>
    <a:srgbClr val="DEE504"/>
    <a:srgbClr val="F37C9C"/>
    <a:srgbClr val="2E8E7E"/>
    <a:srgbClr val="FAC2F7"/>
    <a:srgbClr val="E8E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5094" autoAdjust="0"/>
  </p:normalViewPr>
  <p:slideViewPr>
    <p:cSldViewPr snapToGrid="0" snapToObjects="1" showGuides="1">
      <p:cViewPr varScale="1">
        <p:scale>
          <a:sx n="97" d="100"/>
          <a:sy n="97" d="100"/>
        </p:scale>
        <p:origin x="1914" y="96"/>
      </p:cViewPr>
      <p:guideLst>
        <p:guide pos="2880"/>
        <p:guide orient="horz" pos="618"/>
        <p:guide orient="horz" pos="4320"/>
        <p:guide pos="5375"/>
        <p:guide pos="385"/>
        <p:guide orient="horz" pos="777"/>
        <p:guide pos="5692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A40D5-58A5-9642-ABB4-BA4C3EB23B07}" type="datetimeFigureOut">
              <a:rPr kumimoji="1" lang="ja-JP" altLang="en-US" smtClean="0"/>
              <a:t>2026/8/4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1B632-D041-3848-945B-43DEEDD04E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56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E375B-560D-9EFB-2ABA-FE6BE761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3D50450-D553-B5BD-48C4-45984553A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7763" y="1233488"/>
            <a:ext cx="4440237" cy="33289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BB2FABC-5873-A92E-A5A2-924EDD88D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5CEB25-5A12-6655-6149-612BBEF47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1B632-D041-3848-945B-43DEEDD04EA2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6992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2579A2F-FF9D-4863-6798-277723DB0CE5}"/>
              </a:ext>
            </a:extLst>
          </p:cNvPr>
          <p:cNvSpPr/>
          <p:nvPr userDrawn="1"/>
        </p:nvSpPr>
        <p:spPr>
          <a:xfrm>
            <a:off x="1488830" y="0"/>
            <a:ext cx="9378462" cy="7069015"/>
          </a:xfrm>
          <a:prstGeom prst="rect">
            <a:avLst/>
          </a:prstGeom>
          <a:solidFill>
            <a:srgbClr val="FBD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621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318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894629-86E7-A3C9-B5B6-BD9483EAA221}"/>
              </a:ext>
            </a:extLst>
          </p:cNvPr>
          <p:cNvSpPr/>
          <p:nvPr userDrawn="1"/>
        </p:nvSpPr>
        <p:spPr>
          <a:xfrm>
            <a:off x="96982" y="213078"/>
            <a:ext cx="8950036" cy="6431845"/>
          </a:xfrm>
          <a:prstGeom prst="rect">
            <a:avLst/>
          </a:prstGeom>
          <a:solidFill>
            <a:schemeClr val="bg1"/>
          </a:solidFill>
          <a:ln w="28575">
            <a:solidFill>
              <a:srgbClr val="302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9700" y="6186014"/>
            <a:ext cx="2057400" cy="365125"/>
          </a:xfrm>
        </p:spPr>
        <p:txBody>
          <a:bodyPr/>
          <a:lstStyle>
            <a:lvl1pPr algn="r">
              <a:defRPr sz="2400">
                <a:solidFill>
                  <a:srgbClr val="3E3D5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A62B516E-539C-6B4E-9B98-9011328972C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AE469F-0C02-E149-FD83-E9E1579C9AC2}"/>
              </a:ext>
            </a:extLst>
          </p:cNvPr>
          <p:cNvSpPr/>
          <p:nvPr userDrawn="1"/>
        </p:nvSpPr>
        <p:spPr>
          <a:xfrm>
            <a:off x="612000" y="980141"/>
            <a:ext cx="7920000" cy="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465232"/>
            <a:ext cx="7920000" cy="520564"/>
          </a:xfrm>
          <a:noFill/>
          <a:ln>
            <a:noFill/>
          </a:ln>
        </p:spPr>
        <p:txBody>
          <a:bodyPr lIns="180000" tIns="0" rIns="180000" bIns="0">
            <a:noAutofit/>
          </a:bodyPr>
          <a:lstStyle>
            <a:lvl1pPr>
              <a:defRPr sz="2400" b="1" i="0" spc="100" baseline="0">
                <a:solidFill>
                  <a:srgbClr val="302F27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89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5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5AE326-3EC9-0BE3-F42C-8D198730F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828385-40FB-0009-5D73-50138BFE55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E408AE-CD79-D57D-B961-50410B36D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5FCA84A-2686-11A1-B6B8-E1A622FCFD9A}"/>
              </a:ext>
            </a:extLst>
          </p:cNvPr>
          <p:cNvSpPr/>
          <p:nvPr userDrawn="1"/>
        </p:nvSpPr>
        <p:spPr>
          <a:xfrm>
            <a:off x="96982" y="213078"/>
            <a:ext cx="8950036" cy="6431845"/>
          </a:xfrm>
          <a:prstGeom prst="rect">
            <a:avLst/>
          </a:prstGeom>
          <a:solidFill>
            <a:schemeClr val="bg1"/>
          </a:solidFill>
          <a:ln w="28575">
            <a:solidFill>
              <a:srgbClr val="302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E6C8C8-FCFC-3E1A-F6FD-361F62B25493}"/>
              </a:ext>
            </a:extLst>
          </p:cNvPr>
          <p:cNvSpPr txBox="1">
            <a:spLocks/>
          </p:cNvSpPr>
          <p:nvPr userDrawn="1"/>
        </p:nvSpPr>
        <p:spPr>
          <a:xfrm>
            <a:off x="612000" y="465232"/>
            <a:ext cx="7920000" cy="520564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2400" b="1" i="0" kern="1200" spc="100" baseline="0">
                <a:solidFill>
                  <a:srgbClr val="302F27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  <a:cs typeface="+mj-cs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7365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C894629-86E7-A3C9-B5B6-BD9483EAA221}"/>
              </a:ext>
            </a:extLst>
          </p:cNvPr>
          <p:cNvSpPr/>
          <p:nvPr userDrawn="1"/>
        </p:nvSpPr>
        <p:spPr>
          <a:xfrm>
            <a:off x="96982" y="213078"/>
            <a:ext cx="8950036" cy="6431845"/>
          </a:xfrm>
          <a:prstGeom prst="rect">
            <a:avLst/>
          </a:prstGeom>
          <a:solidFill>
            <a:schemeClr val="bg1"/>
          </a:solidFill>
          <a:ln w="28575">
            <a:solidFill>
              <a:srgbClr val="302F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9700" y="6186014"/>
            <a:ext cx="2057400" cy="365125"/>
          </a:xfrm>
        </p:spPr>
        <p:txBody>
          <a:bodyPr/>
          <a:lstStyle>
            <a:lvl1pPr algn="r">
              <a:defRPr sz="2400">
                <a:solidFill>
                  <a:srgbClr val="3E3D5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A62B516E-539C-6B4E-9B98-9011328972C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610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5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9078" y="6279798"/>
            <a:ext cx="2057400" cy="365125"/>
          </a:xfrm>
        </p:spPr>
        <p:txBody>
          <a:bodyPr/>
          <a:lstStyle>
            <a:lvl1pPr algn="r">
              <a:defRPr sz="2400">
                <a:solidFill>
                  <a:srgbClr val="3E3D51"/>
                </a:solidFill>
                <a:latin typeface="MS PGothic" panose="020B0600070205080204" pitchFamily="34" charset="-128"/>
                <a:ea typeface="MS PGothic" panose="020B0600070205080204" pitchFamily="34" charset="-128"/>
              </a:defRPr>
            </a:lvl1pPr>
          </a:lstStyle>
          <a:p>
            <a:fld id="{A62B516E-539C-6B4E-9B98-9011328972C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0C89A4-EDAE-1BF7-1CF9-46A5EC668E70}"/>
              </a:ext>
            </a:extLst>
          </p:cNvPr>
          <p:cNvSpPr/>
          <p:nvPr userDrawn="1"/>
        </p:nvSpPr>
        <p:spPr>
          <a:xfrm>
            <a:off x="314199" y="308778"/>
            <a:ext cx="8515604" cy="580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AE469F-0C02-E149-FD83-E9E1579C9AC2}"/>
              </a:ext>
            </a:extLst>
          </p:cNvPr>
          <p:cNvSpPr/>
          <p:nvPr userDrawn="1"/>
        </p:nvSpPr>
        <p:spPr>
          <a:xfrm>
            <a:off x="314199" y="308776"/>
            <a:ext cx="8515604" cy="520564"/>
          </a:xfrm>
          <a:prstGeom prst="rect">
            <a:avLst/>
          </a:prstGeom>
          <a:solidFill>
            <a:srgbClr val="2E8E7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199" y="340675"/>
            <a:ext cx="8515604" cy="520564"/>
          </a:xfrm>
          <a:noFill/>
        </p:spPr>
        <p:txBody>
          <a:bodyPr lIns="180000" tIns="0" rIns="180000" bIns="0">
            <a:noAutofit/>
          </a:bodyPr>
          <a:lstStyle>
            <a:lvl1pPr>
              <a:defRPr sz="2400" b="1" i="0">
                <a:solidFill>
                  <a:schemeClr val="bg1"/>
                </a:solidFill>
                <a:latin typeface="Hiragino Sans W7" panose="020B0400000000000000" pitchFamily="34" charset="-128"/>
                <a:ea typeface="Hiragino Sans W7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72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9704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4025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826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71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6210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5998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88557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524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9485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385450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853397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2830672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06793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855430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2351400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039445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3286787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142010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タイトルとコンテン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198FFE51-8A53-F59F-DAE6-8E5ED9BA65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908695"/>
            <a:ext cx="7886700" cy="1012714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buNone/>
              <a:defRPr sz="1125" b="0" i="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 sz="1013" b="1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kumimoji="1" lang="en-US" altLang="ja-JP" dirty="0"/>
              <a:t>Slide Message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E83A8F-33D8-4C40-90C1-386A1AC4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8909" y="6571839"/>
            <a:ext cx="2057400" cy="185729"/>
          </a:xfrm>
        </p:spPr>
        <p:txBody>
          <a:bodyPr lIns="90000" rIns="90000"/>
          <a:lstStyle>
            <a:lvl1pPr>
              <a:defRPr sz="619" b="0" i="0" spc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fld id="{EB77D617-3294-E545-BF6B-FE721A464245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870A88FC-F286-F040-9DF7-C9511ACB7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050" y="238569"/>
            <a:ext cx="7113092" cy="557561"/>
          </a:xfrm>
        </p:spPr>
        <p:txBody>
          <a:bodyPr lIns="0">
            <a:normAutofit/>
          </a:bodyPr>
          <a:lstStyle>
            <a:lvl1pPr>
              <a:defRPr sz="1050" b="1" i="0" spc="15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6517773-4CE1-1D69-C4DF-AA471F08E531}"/>
              </a:ext>
            </a:extLst>
          </p:cNvPr>
          <p:cNvSpPr/>
          <p:nvPr userDrawn="1"/>
        </p:nvSpPr>
        <p:spPr>
          <a:xfrm>
            <a:off x="356189" y="139248"/>
            <a:ext cx="552283" cy="511996"/>
          </a:xfrm>
          <a:prstGeom prst="rect">
            <a:avLst/>
          </a:prstGeom>
          <a:solidFill>
            <a:srgbClr val="8FC3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4627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5928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879" y="1253332"/>
            <a:ext cx="7908472" cy="4899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B516E-539C-6B4E-9B98-9011328972C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D1CF5A6-0E80-8E43-BB50-3022B5E434BA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186" y="6289674"/>
            <a:ext cx="1701800" cy="4064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584D3D3-BB08-CA80-EA58-B8D3501E8BE8}"/>
              </a:ext>
            </a:extLst>
          </p:cNvPr>
          <p:cNvSpPr/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FBDD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745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1" r:id="rId2"/>
    <p:sldLayoutId id="2147483662" r:id="rId3"/>
    <p:sldLayoutId id="2147483685" r:id="rId4"/>
    <p:sldLayoutId id="2147483674" r:id="rId5"/>
    <p:sldLayoutId id="214748367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MS PGothic" panose="020B0600070205080204" pitchFamily="34" charset="-128"/>
          <a:ea typeface="MS PGothic" panose="020B060007020508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7F552-24C5-CC85-3D33-CBE1E0F5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5BA7794-3ADC-4C23-F705-BE7F27D840BB}"/>
              </a:ext>
            </a:extLst>
          </p:cNvPr>
          <p:cNvSpPr/>
          <p:nvPr/>
        </p:nvSpPr>
        <p:spPr>
          <a:xfrm>
            <a:off x="566833" y="1943625"/>
            <a:ext cx="3981600" cy="334178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顧客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2CADA1EA-0D1B-B97E-7789-6AA9F06FE91A}"/>
              </a:ext>
            </a:extLst>
          </p:cNvPr>
          <p:cNvSpPr/>
          <p:nvPr/>
        </p:nvSpPr>
        <p:spPr>
          <a:xfrm>
            <a:off x="576749" y="2291172"/>
            <a:ext cx="3952614" cy="1473234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5ADDFC54-DA5B-0280-666F-8023E95B4ED3}"/>
              </a:ext>
            </a:extLst>
          </p:cNvPr>
          <p:cNvSpPr/>
          <p:nvPr/>
        </p:nvSpPr>
        <p:spPr>
          <a:xfrm>
            <a:off x="576749" y="1395249"/>
            <a:ext cx="7950591" cy="494484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89243ED-56B0-3952-C219-49E46F0DCF5B}"/>
              </a:ext>
            </a:extLst>
          </p:cNvPr>
          <p:cNvSpPr/>
          <p:nvPr/>
        </p:nvSpPr>
        <p:spPr>
          <a:xfrm>
            <a:off x="566832" y="1063542"/>
            <a:ext cx="7981200" cy="331708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ビジネスアイデア（テーマ）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DC59E9F-5758-D10E-D83D-3E209494D5E6}"/>
              </a:ext>
            </a:extLst>
          </p:cNvPr>
          <p:cNvSpPr/>
          <p:nvPr/>
        </p:nvSpPr>
        <p:spPr>
          <a:xfrm>
            <a:off x="1417897" y="3836406"/>
            <a:ext cx="7109444" cy="997436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24A58B13-94B3-B364-EA11-E7616346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ビジネスアイデアをまとめてみよう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274961A-FE82-6C3A-47DF-5EDBF96182B2}"/>
              </a:ext>
            </a:extLst>
          </p:cNvPr>
          <p:cNvSpPr/>
          <p:nvPr/>
        </p:nvSpPr>
        <p:spPr>
          <a:xfrm>
            <a:off x="2047553" y="5930801"/>
            <a:ext cx="6479787" cy="338400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807AF48-E586-D0C4-E20B-FFFA5BEDA4A2}"/>
              </a:ext>
            </a:extLst>
          </p:cNvPr>
          <p:cNvSpPr/>
          <p:nvPr/>
        </p:nvSpPr>
        <p:spPr>
          <a:xfrm>
            <a:off x="566833" y="5919161"/>
            <a:ext cx="1510454" cy="367200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pc="-15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動機・きっかけ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95D78223-1080-24D4-9763-A7901D2173A0}"/>
              </a:ext>
            </a:extLst>
          </p:cNvPr>
          <p:cNvSpPr/>
          <p:nvPr/>
        </p:nvSpPr>
        <p:spPr>
          <a:xfrm>
            <a:off x="4588552" y="1943625"/>
            <a:ext cx="3960000" cy="334178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課題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9096E9B-1A30-4BB4-1B3A-24DBFB829E25}"/>
              </a:ext>
            </a:extLst>
          </p:cNvPr>
          <p:cNvSpPr/>
          <p:nvPr/>
        </p:nvSpPr>
        <p:spPr>
          <a:xfrm>
            <a:off x="4605197" y="2291172"/>
            <a:ext cx="3922144" cy="1475238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en-US" altLang="ja-JP" dirty="0">
              <a:solidFill>
                <a:schemeClr val="tx1">
                  <a:lumMod val="75000"/>
                  <a:lumOff val="25000"/>
                </a:schemeClr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BBE6-188F-FB67-4DB8-2D3AE6674C26}"/>
              </a:ext>
            </a:extLst>
          </p:cNvPr>
          <p:cNvSpPr/>
          <p:nvPr/>
        </p:nvSpPr>
        <p:spPr>
          <a:xfrm>
            <a:off x="566832" y="4881423"/>
            <a:ext cx="851065" cy="997200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pc="-1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解決策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DDF6656-A81D-2637-8091-B21E12F24D1A}"/>
              </a:ext>
            </a:extLst>
          </p:cNvPr>
          <p:cNvSpPr/>
          <p:nvPr/>
        </p:nvSpPr>
        <p:spPr>
          <a:xfrm>
            <a:off x="1417897" y="4898413"/>
            <a:ext cx="7109444" cy="960436"/>
          </a:xfrm>
          <a:prstGeom prst="rect">
            <a:avLst/>
          </a:prstGeom>
          <a:solidFill>
            <a:schemeClr val="bg1"/>
          </a:solidFill>
          <a:ln w="28575">
            <a:solidFill>
              <a:srgbClr val="0071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en-US" altLang="ja-JP" dirty="0">
              <a:solidFill>
                <a:schemeClr val="tx1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EC168E4A-24A5-5AA5-0865-D292BDAD64C5}"/>
              </a:ext>
            </a:extLst>
          </p:cNvPr>
          <p:cNvSpPr/>
          <p:nvPr/>
        </p:nvSpPr>
        <p:spPr>
          <a:xfrm>
            <a:off x="7412181" y="456975"/>
            <a:ext cx="1366777" cy="344424"/>
          </a:xfrm>
          <a:prstGeom prst="roundRect">
            <a:avLst>
              <a:gd name="adj" fmla="val 50000"/>
            </a:avLst>
          </a:prstGeom>
          <a:solidFill>
            <a:srgbClr val="FBCECE"/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bIns="72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アイデアシート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6945F1E-AF7B-8D20-C140-5CF65BC160A0}"/>
              </a:ext>
            </a:extLst>
          </p:cNvPr>
          <p:cNvSpPr/>
          <p:nvPr/>
        </p:nvSpPr>
        <p:spPr>
          <a:xfrm>
            <a:off x="566832" y="3825401"/>
            <a:ext cx="857019" cy="1029047"/>
          </a:xfrm>
          <a:prstGeom prst="rect">
            <a:avLst/>
          </a:prstGeom>
          <a:solidFill>
            <a:srgbClr val="0071B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bg1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提供価値</a:t>
            </a:r>
          </a:p>
        </p:txBody>
      </p:sp>
    </p:spTree>
    <p:extLst>
      <p:ext uri="{BB962C8B-B14F-4D97-AF65-F5344CB8AC3E}">
        <p14:creationId xmlns:p14="http://schemas.microsoft.com/office/powerpoint/2010/main" val="239229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</Words>
  <Application>Microsoft Office PowerPoint</Application>
  <PresentationFormat>画面に合わせる (4:3)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Hiragino Sans W7</vt:lpstr>
      <vt:lpstr>ＭＳ Ｐゴシック</vt:lpstr>
      <vt:lpstr>ＭＳ Ｐゴシック</vt:lpstr>
      <vt:lpstr>游ゴシック</vt:lpstr>
      <vt:lpstr>Arial</vt:lpstr>
      <vt:lpstr>Calibri</vt:lpstr>
      <vt:lpstr>Office テーマ</vt:lpstr>
      <vt:lpstr>ビジネスアイデアをまとめてみよう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2024-04-12T06:02:03Z</dcterms:created>
  <dcterms:modified xsi:type="dcterms:W3CDTF">2026-08-04T02:00:45Z</dcterms:modified>
</cp:coreProperties>
</file>